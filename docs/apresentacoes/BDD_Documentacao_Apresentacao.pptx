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017520" cy="3017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BDD como Documentação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que QAs leem, LLMs executam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humanos entendem.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Dado-Quando-Então  |  Uma linguagem, dois públicos</a:t>
            </a:r>
            <a:endParaRPr lang="en-US" sz="1300" dirty="0"/>
          </a:p>
        </p:txBody>
      </p:sp>
      <p:pic>
        <p:nvPicPr>
          <p:cNvPr id="8" name="Image 0" descr="/home/claude/bdd_cli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411480" cy="411480"/>
          </a:xfrm>
          <a:prstGeom prst="rect">
            <a:avLst/>
          </a:prstGeom>
        </p:spPr>
      </p:pic>
      <p:pic>
        <p:nvPicPr>
          <p:cNvPr id="9" name="Image 1" descr="/home/claude/bdd_us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023360"/>
            <a:ext cx="411480" cy="411480"/>
          </a:xfrm>
          <a:prstGeom prst="rect">
            <a:avLst/>
          </a:prstGeom>
        </p:spPr>
      </p:pic>
      <p:pic>
        <p:nvPicPr>
          <p:cNvPr id="10" name="Image 2" descr="/home/claude/bdd_robo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40233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BDD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Behavior-Driven Development: descrever comportamento antes de escrever código.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754880" cy="283464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Funcionalidade: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no sistema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com sucesso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estou na página de login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preencho e-mail e senha válidos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clico em "Entrar"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 redirecionado ao dashboard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vejo a mensagem "Bem-vindo"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1554480"/>
            <a:ext cx="73152" cy="548640"/>
          </a:xfrm>
          <a:prstGeom prst="rect">
            <a:avLst/>
          </a:prstGeom>
          <a:solidFill>
            <a:srgbClr val="80CBC4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 (Given)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Pré-condição: o estado inicial do cenário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73152" cy="548640"/>
          </a:xfrm>
          <a:prstGeom prst="rect">
            <a:avLst/>
          </a:prstGeom>
          <a:solidFill>
            <a:srgbClr val="FFCC80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(When)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93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o que o usuário ou sistema faz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926080"/>
            <a:ext cx="73152" cy="54864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Então (Then)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 que se espera que aconteça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611880"/>
            <a:ext cx="73152" cy="54864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(And)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893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Complemento: passos adicionais em qualquer etapa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Dan North (~2003) como evolução do TDD, trazendo pessoas não-técnicas para os testes.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Nosso workflow com BDD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markdown com cenários possíveis. Dois destinos.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2560320" cy="25603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6" name="Image 0" descr="/home/claude/bdd_file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BDD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cenários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escritos em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(Dado-Quando-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Então) num .md</a:t>
            </a:r>
            <a:endParaRPr lang="en-US" sz="1100" dirty="0"/>
          </a:p>
        </p:txBody>
      </p:sp>
      <p:pic>
        <p:nvPicPr>
          <p:cNvPr id="9" name="Image 1" descr="/home/claude/bdd_arrow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965960"/>
            <a:ext cx="320040" cy="320040"/>
          </a:xfrm>
          <a:prstGeom prst="rect">
            <a:avLst/>
          </a:prstGeom>
        </p:spPr>
      </p:pic>
      <p:pic>
        <p:nvPicPr>
          <p:cNvPr id="10" name="Image 2" descr="/home/claude/bdd_arrow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46120"/>
            <a:ext cx="320040" cy="320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29200" y="1463040"/>
            <a:ext cx="3474720" cy="11887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2" name="Image 3" descr="/home/claude/bdd_users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60020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62356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Confluence → QAs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521208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 leem os cenários e elaboram os testes funcionais, sem ambiguidade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029200" y="2834640"/>
            <a:ext cx="3474720" cy="11887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16" name="Image 4" descr="/home/claude/bdd_robot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9718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23560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 → LLMs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521208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usam os cenários como contexto para gerar código alinhado ao comportamento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731520" y="4297680"/>
            <a:ext cx="768096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3"/>
          <p:cNvSpPr/>
          <p:nvPr/>
        </p:nvSpPr>
        <p:spPr>
          <a:xfrm>
            <a:off x="731520" y="4297680"/>
            <a:ext cx="54864" cy="59436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1" name="Text 14"/>
          <p:cNvSpPr/>
          <p:nvPr/>
        </p:nvSpPr>
        <p:spPr>
          <a:xfrm>
            <a:off x="1005840" y="42976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artefato, dois públicos: </a:t>
            </a:r>
            <a:pPr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markdown serve tanto para comunicação humana quanto como instrução para 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Ganhos para QAs e humanos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5" name="Image 0" descr="/home/claude/bdd_comments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Linguagem natural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entende: PO, QA, dev, gerente. Sem jargão técnico, sem ambiguidade.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9" name="Image 1" descr="/home/claude/bdd_eye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do todo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cenários num lugar só. O QA sabe exatamente o que testar e o que foi considerado.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97180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3" name="Image 2" descr="/home/claude/bdd_handshake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 dos 3 amigos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14400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QA + Dev escrevem juntos. Gera alinhamento antes de escrever uma linha de código.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297180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7" name="Image 3" descr="/home/claude/bdd_bolt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Menos retrabalho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explícitos previnem bugs de interpretação. O que era ambíguo vira concreto.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mais em: coodesh.com/blog/candidates/metodologias/bdd-na-pratica-entenda-o-que-e-e-como-funciona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Ganhos para desenvolvimento com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5" name="Image 0" descr="/home/claude/bdd_robot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estruturado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Dado-Quando-Então é ideal para LLMs: claro, previsível e sem ruído.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9" name="Image 1" descr="/home/claude/bdd_code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 alinhado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LLM gera código que respeita todos os cenários documentados — menos edge cases esquecidos.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97180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13" name="Image 2" descr="/home/claude/bdd_search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unitários guiados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14400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cenário BDD vira naturalmente um caso de teste unitário ou de integração.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297180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17" name="Image 3" descr="/home/claude/bdd_sync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 durável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markdown funciona como Context Anchoring: o comportamento esperado persiste entre sessões.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mais em: dio.me/articles/escrita-de-cenario-de-teste-usando-bdd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prática: o markdown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trecho real de como documentamos os cenários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342900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Cenários: Solicitação de Crédito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Cenário 1: Solicitação aprovada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o usuário está autenticado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possui score &gt;= 600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solicita um crédito de R$ 5.000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status do pedido é APROVADO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recebe e-mail de confirmação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Cenário 2: Solicitação recusada por score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o usuário está autenticado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possui score &lt; 300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solicita um crédito de R$ 5.000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status do pedido é RECUSADO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F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recebe e-mail informando a recusa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800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arquivo vai pro Confluence e alimenta sessões de coding com LLM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vs Depois do BDD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quando cenários viram documento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347472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em texto livre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interpreta de um jeito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descobre cenários sozinho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passam despercebidos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recebe instrução vaga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gerado não cobre os comportamentos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para alinhar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gasto repetindo o óbvio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749040" cy="347472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em BDD no markdown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padronizada e sem ambiguidade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lê cenários prontos no Confluence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executar, não em descobrir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recebe contexto estruturado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cobre todos os cenários do doc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é o alinhamento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markdown, não marque reunião</a:t>
            </a:r>
            <a:endParaRPr lang="en-US" sz="1100" dirty="0"/>
          </a:p>
        </p:txBody>
      </p:sp>
      <p:pic>
        <p:nvPicPr>
          <p:cNvPr id="10" name="Image 0" descr="/home/claude/bdd_arrow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74320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quem e quando usar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papéis, mesmo documento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Papel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Como usa o BDD markdown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Ganho principal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Escreve os cenários + alimenta LLMs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que cobre o comportamento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/ Tester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no Confluence, elabora testes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Cenários claros sem depender de reunião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cobertura dos cenários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 rápida do escopo e dos riscos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 o comportamento sem ler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 progresso em linguagem natural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/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 como contexto para gerar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alinhado ao comportamento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mais em: cursos.alura.com.br/forum/topico-bdd-265618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lembrar de uma coisa,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lembre desta: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Escreva o comportamento antes do código.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lê entende. Quem testa sabe o que cobrir.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gera código sabe o que respeitar.</a:t>
            </a:r>
            <a:endParaRPr lang="en-US" sz="1900" dirty="0"/>
          </a:p>
        </p:txBody>
      </p:sp>
      <p:pic>
        <p:nvPicPr>
          <p:cNvPr id="7" name="Image 0" descr="/home/claude/bdd_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no markdown = documentação viva e acessível</a:t>
            </a:r>
            <a:endParaRPr lang="en-US" sz="1400" dirty="0"/>
          </a:p>
        </p:txBody>
      </p:sp>
      <p:pic>
        <p:nvPicPr>
          <p:cNvPr id="9" name="Image 1" descr="/home/claude/bdd_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para humanos, contexto para LLMs</a:t>
            </a:r>
            <a:endParaRPr lang="en-US" sz="1400" dirty="0"/>
          </a:p>
        </p:txBody>
      </p:sp>
      <p:pic>
        <p:nvPicPr>
          <p:cNvPr id="11" name="Image 2" descr="/home/claude/bdd_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linguagem que devs, QAs e gerentes entendem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coodesh.com | alura.com.br | dio.me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BDD como ferramenta de documentação</dc:title>
  <dc:subject>PptxGenJS Presentation</dc:subject>
  <dc:creator>Serasa - Equipe de Crédito</dc:creator>
  <cp:lastModifiedBy>Serasa - Equipe de Crédito</cp:lastModifiedBy>
  <cp:revision>1</cp:revision>
  <dcterms:created xsi:type="dcterms:W3CDTF">2026-06-08T21:54:01Z</dcterms:created>
  <dcterms:modified xsi:type="dcterms:W3CDTF">2026-06-08T21:54:01Z</dcterms:modified>
</cp:coreProperties>
</file>