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2.png"/><Relationship Id="rId4" Type="http://schemas.openxmlformats.org/officeDocument/2006/relationships/image" Target="../media/image-9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-457200"/>
            <a:ext cx="3017520" cy="301752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 Anchoring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Externalize o contexto de decisões.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Dê memória às suas conversas com IA.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3200400"/>
            <a:ext cx="182880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383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Baseado no artigo de Rahul Garg  |  martinfowler.com</a:t>
            </a:r>
            <a:endParaRPr lang="en-US" sz="1300" dirty="0"/>
          </a:p>
        </p:txBody>
      </p:sp>
      <p:pic>
        <p:nvPicPr>
          <p:cNvPr id="8" name="Image 0" descr="/home/claude/ca_brain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023360"/>
            <a:ext cx="411480" cy="411480"/>
          </a:xfrm>
          <a:prstGeom prst="rect">
            <a:avLst/>
          </a:prstGeom>
        </p:spPr>
      </p:pic>
      <p:pic>
        <p:nvPicPr>
          <p:cNvPr id="9" name="Image 1" descr="/home/claude/ca_file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4023360"/>
            <a:ext cx="411480" cy="411480"/>
          </a:xfrm>
          <a:prstGeom prst="rect">
            <a:avLst/>
          </a:prstGeom>
        </p:spPr>
      </p:pic>
      <p:pic>
        <p:nvPicPr>
          <p:cNvPr id="10" name="Image 2" descr="/home/claude/ca_users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0240" y="4023360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80E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contexto evapora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tomadas cedo desaparecem conforme a sessão cresce — e morrem quando ela acaba.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7680960" cy="1005840"/>
          </a:xfrm>
          <a:prstGeom prst="rect">
            <a:avLst/>
          </a:prstGeom>
          <a:solidFill>
            <a:srgbClr val="FCE4EC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645920"/>
            <a:ext cx="54864" cy="1005840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91640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80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teste: </a:t>
            </a:r>
            <a:pPr indent="0" marL="0">
              <a:buNone/>
            </a:pPr>
            <a:r>
              <a:rPr lang="en-US" sz="14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"Posso fechar esta conversa agora e começar uma nova sem ansiedade?" Se a resposta causa desconforto, seu contexto está preso num meio que não foi feito para preservá-lo.</a:t>
            </a:r>
            <a:endParaRPr lang="en-US" sz="1400" dirty="0"/>
          </a:p>
        </p:txBody>
      </p:sp>
      <p:pic>
        <p:nvPicPr>
          <p:cNvPr id="8" name="Image 0" descr="/home/claude/ca_clock_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92608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2926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80E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Degradação posicional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474720" y="29260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Informações no meio de contextos longos perdem recall (estudo 'Lost in the Middle', Stanford 2023)</a:t>
            </a:r>
            <a:endParaRPr lang="en-US" sz="1200" dirty="0"/>
          </a:p>
        </p:txBody>
      </p:sp>
      <p:pic>
        <p:nvPicPr>
          <p:cNvPr id="11" name="Image 1" descr="/home/claude/ca_warn_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1188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43000" y="3611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80E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porquê some primeiro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474720" y="36118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lembra que usamos PostgreSQL, mas esquece por que MongoDB foi rejeitado</a:t>
            </a:r>
            <a:endParaRPr lang="en-US" sz="1200" dirty="0"/>
          </a:p>
        </p:txBody>
      </p:sp>
      <p:pic>
        <p:nvPicPr>
          <p:cNvPr id="14" name="Image 2" descr="/home/claude/ca_sync_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29768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43000" y="4297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80E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Compactação é caixa-preta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3474720" y="4297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Resumos automáticos otimizam coerência geral, não as nuances que importam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A14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solução: memória externa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Trate o contexto de decisões como estado externo: um documento vivo fora da conversa.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3749040" cy="2926080"/>
          </a:xfrm>
          <a:prstGeom prst="rect">
            <a:avLst/>
          </a:prstGeom>
          <a:solidFill>
            <a:srgbClr val="FCE4EC"/>
          </a:solidFill>
          <a:ln/>
        </p:spPr>
      </p:sp>
      <p:pic>
        <p:nvPicPr>
          <p:cNvPr id="6" name="Image 0" descr="/home/claude/ca_comments_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3736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737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80E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Conversa com IA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2240280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Meio de pensar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decisões são discutidas e exploradas
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Efêmera por design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degrada com o tempo
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Descartável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ser fechada e reaberta a qualquer momento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54880" y="1554480"/>
            <a:ext cx="3749040" cy="2926080"/>
          </a:xfrm>
          <a:prstGeom prst="rect">
            <a:avLst/>
          </a:prstGeom>
          <a:solidFill>
            <a:srgbClr val="EDE7F6"/>
          </a:solidFill>
          <a:ln/>
        </p:spPr>
      </p:sp>
      <p:pic>
        <p:nvPicPr>
          <p:cNvPr id="10" name="Image 1" descr="/home/claude/ca_file_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73736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94960" y="1737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14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Documento vivo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4937760" y="2240280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decisões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decidimos, por que, o que rejeitamos
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Durável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Sobrevive ao fim da sessão
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Compartilhável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dev ou IA pode carregar e continuar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3152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Saiba mais em: martinfowler.com/articles/reduce-friction-ai/context-anchoring.html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Duas camadas de contexto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+ Feature = alinhamento completo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3749040" cy="2926080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00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80E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3200" dirty="0"/>
          </a:p>
        </p:txBody>
      </p:sp>
      <p:pic>
        <p:nvPicPr>
          <p:cNvPr id="6" name="Image 0" descr="/home/claude/ca_layers_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9456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606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0E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Priming Document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30175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de projeto: tech stack, padrões de arquitetura, convenções. Estável, atualizado trimestralmente.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54880" y="1463040"/>
            <a:ext cx="3749040" cy="2926080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4937760" y="1600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A14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3200" dirty="0"/>
          </a:p>
        </p:txBody>
      </p:sp>
      <p:pic>
        <p:nvPicPr>
          <p:cNvPr id="11" name="Image 1" descr="/home/claude/ca_clip_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219456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937760" y="2606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14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Document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937760" y="30175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de feature: decisões, alternativas rejeitadas, restrições, questões abertas. Evolui a cada sessão.</a:t>
            </a:r>
            <a:endParaRPr lang="en-US" sz="1200" dirty="0"/>
          </a:p>
        </p:txBody>
      </p:sp>
      <p:pic>
        <p:nvPicPr>
          <p:cNvPr id="14" name="Image 2" descr="/home/claude/ca_arrow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274320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3152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Saiba mais em: martinfowler.com/articles/reduce-friction-ai/knowledge-priming.html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80E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 prática: ~50 linhas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feature document breve que carrega dias de decisões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7680960" cy="3291840"/>
          </a:xfrm>
          <a:prstGeom prst="rect">
            <a:avLst/>
          </a:prstGeom>
          <a:solidFill>
            <a:srgbClr val="26323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463040"/>
            <a:ext cx="7315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Feature: Notification Service v1
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E9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Decisions
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BullMQ direto   | Retry nativo suficiente    | RetryQueue rejeitado  |
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Serviços func.  | Convenção do codebase      | Classes rejeitadas    |
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SendGrid        | Entregabilidade + exp time | SES/Mailgun rejeitados|
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E9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Constraints
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CEF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Email-only para v1 (sem SMS/push)
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CEF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Todas queries incluem tenantId
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E9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Open Questions
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CC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 ] Estratégia de rate limiting
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E9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State
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[x] Design aprovado  - [x] Handler implementado
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CC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 ] DeliveryTracker (próxima sessão)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47548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80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 linhas = warm start em 30 segundos em vez de 30 minutos reconstruindo contexto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14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Benefícios para documentação com IA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3749040" cy="1645920"/>
          </a:xfrm>
          <a:prstGeom prst="rect">
            <a:avLst/>
          </a:prstGeom>
          <a:solidFill>
            <a:srgbClr val="FCE4EC"/>
          </a:solidFill>
          <a:ln/>
        </p:spPr>
      </p:sp>
      <p:pic>
        <p:nvPicPr>
          <p:cNvPr id="5" name="Image 0" descr="/home/claude/ca_brain_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28016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2801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0E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Warm start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14400" y="173736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sessão começa com alinhamento total em segundos, não em minutos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754880" y="1097280"/>
            <a:ext cx="3749040" cy="1645920"/>
          </a:xfrm>
          <a:prstGeom prst="rect">
            <a:avLst/>
          </a:prstGeom>
          <a:solidFill>
            <a:srgbClr val="FCE4EC"/>
          </a:solidFill>
          <a:ln/>
        </p:spPr>
      </p:sp>
      <p:pic>
        <p:nvPicPr>
          <p:cNvPr id="9" name="Image 1" descr="/home/claude/ca_search_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28016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94960" y="12801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0E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Recall preservado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937760" y="173736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porquê das decisões sobrevive fora da context window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31520" y="3017520"/>
            <a:ext cx="3749040" cy="1645920"/>
          </a:xfrm>
          <a:prstGeom prst="rect">
            <a:avLst/>
          </a:prstGeom>
          <a:solidFill>
            <a:srgbClr val="EDE7F6"/>
          </a:solidFill>
          <a:ln/>
        </p:spPr>
      </p:sp>
      <p:pic>
        <p:nvPicPr>
          <p:cNvPr id="13" name="Image 2" descr="/home/claude/ca_clock_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20040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32004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14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Eficiência de tokens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914400" y="365760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linhas carregam o que milhares de linhas de código não expressam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4754880" y="3017520"/>
            <a:ext cx="3749040" cy="1645920"/>
          </a:xfrm>
          <a:prstGeom prst="rect">
            <a:avLst/>
          </a:prstGeom>
          <a:solidFill>
            <a:srgbClr val="EDE7F6"/>
          </a:solidFill>
          <a:ln/>
        </p:spPr>
      </p:sp>
      <p:pic>
        <p:nvPicPr>
          <p:cNvPr id="17" name="Image 3" descr="/home/claude/ca_sync_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200400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94960" y="32004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14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Sessões descartáveis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4937760" y="365760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Liberdade de fechar e recomeçar sem perda — quebra o ciclo vicioso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80E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Benefícios para documentação humana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3749040" cy="1645920"/>
          </a:xfrm>
          <a:prstGeom prst="rect">
            <a:avLst/>
          </a:prstGeom>
          <a:solidFill>
            <a:srgbClr val="FCE4EC"/>
          </a:solidFill>
          <a:ln/>
        </p:spPr>
      </p:sp>
      <p:pic>
        <p:nvPicPr>
          <p:cNvPr id="5" name="Image 0" descr="/home/claude/ca_users_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28016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2801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0E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Onboarding rápido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14400" y="173736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dev lê o doc e tem dias de contexto em minutos — sem depender de reuniões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754880" y="1097280"/>
            <a:ext cx="3749040" cy="1645920"/>
          </a:xfrm>
          <a:prstGeom prst="rect">
            <a:avLst/>
          </a:prstGeom>
          <a:solidFill>
            <a:srgbClr val="FCE4EC"/>
          </a:solidFill>
          <a:ln/>
        </p:spPr>
      </p:sp>
      <p:pic>
        <p:nvPicPr>
          <p:cNvPr id="9" name="Image 1" descr="/home/claude/ca_handshake_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28016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94960" y="12801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0E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Coordenação de time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937760" y="173736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A decide com IA numa sessão, Dev B carrega o doc na sessão seguinte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31520" y="3017520"/>
            <a:ext cx="3749040" cy="1645920"/>
          </a:xfrm>
          <a:prstGeom prst="rect">
            <a:avLst/>
          </a:prstGeom>
          <a:solidFill>
            <a:srgbClr val="EDE7F6"/>
          </a:solidFill>
          <a:ln/>
        </p:spPr>
      </p:sp>
      <p:pic>
        <p:nvPicPr>
          <p:cNvPr id="13" name="Image 2" descr="/home/claude/ca_bulb_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20040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32004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14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Clareza forçada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914400" y="365760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Escrever o porquê obriga a articular o raciocínio — e revela quando ele é fraco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4754880" y="3017520"/>
            <a:ext cx="3749040" cy="1645920"/>
          </a:xfrm>
          <a:prstGeom prst="rect">
            <a:avLst/>
          </a:prstGeom>
          <a:solidFill>
            <a:srgbClr val="EDE7F6"/>
          </a:solidFill>
          <a:ln/>
        </p:spPr>
      </p:sp>
      <p:pic>
        <p:nvPicPr>
          <p:cNvPr id="17" name="Image 3" descr="/home/claude/ca_book_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200400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94960" y="32004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14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ADRs naturais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4937760" y="365760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finalizar a feature, decisões significativas se graduam para ADRs formais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73152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Saiba mais em: github.com/techygarg/lattice (implementação prática do pattern)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14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Quando usar Context Anchoring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 tudo precisa de um feature document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71600"/>
          <a:ext cx="76809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645920"/>
                <a:gridCol w="34747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Cenário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Anchoring?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Por quê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Pergunta rápida, utility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9E9E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161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Sessão curta, degradação irrelevante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de uma sessão (&lt;1h)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57C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161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Bullets de decisões se revisitar for possível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multi-dia / multi-sessão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161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 de perder contexto = horas, não minutos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com múltiplos devs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 (compartilhado)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161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Coordena decisões entre sessões independentes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31520" y="3931920"/>
            <a:ext cx="7680960" cy="822960"/>
          </a:xfrm>
          <a:prstGeom prst="rect">
            <a:avLst/>
          </a:prstGeom>
          <a:solidFill>
            <a:srgbClr val="FCE4EC"/>
          </a:solidFill>
          <a:ln/>
        </p:spPr>
      </p:sp>
      <p:sp>
        <p:nvSpPr>
          <p:cNvPr id="7" name="Shape 4"/>
          <p:cNvSpPr/>
          <p:nvPr/>
        </p:nvSpPr>
        <p:spPr>
          <a:xfrm>
            <a:off x="731520" y="3931920"/>
            <a:ext cx="54864" cy="822960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8" name="Text 5"/>
          <p:cNvSpPr/>
          <p:nvPr/>
        </p:nvSpPr>
        <p:spPr>
          <a:xfrm>
            <a:off x="1005840" y="397764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80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do pânico: </a:t>
            </a:r>
            <a:pPr indent="0" marL="0">
              <a:buNone/>
            </a:pPr>
            <a:r>
              <a:rPr lang="en-US" sz="13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fechar a sessão causa ansiedade de perder algo, o contexto está preso. Se recomeçar custa 30 segundos de compartilhar o doc, o contexto está ancorado.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2286000"/>
            <a:ext cx="4572000" cy="45720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6400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 lembrar de uma coisa,</a:t>
            </a:r>
            <a:endParaRPr lang="en-US" sz="2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lembre desta: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7680960" cy="109728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745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conversa é o meio de pensar.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documento é o registro de decidir.</a:t>
            </a:r>
            <a:endParaRPr lang="en-US" sz="2200" dirty="0"/>
          </a:p>
        </p:txBody>
      </p:sp>
      <p:pic>
        <p:nvPicPr>
          <p:cNvPr id="7" name="Image 0" descr="/home/claude/ca_check_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200400"/>
            <a:ext cx="228600" cy="228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32004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Externalize decisões em documentos vivos</a:t>
            </a:r>
            <a:endParaRPr lang="en-US" sz="1400" dirty="0"/>
          </a:p>
        </p:txBody>
      </p:sp>
      <p:pic>
        <p:nvPicPr>
          <p:cNvPr id="9" name="Image 1" descr="/home/claude/ca_check_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611880"/>
            <a:ext cx="228600" cy="228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97280" y="3611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duas camadas: projeto + feature</a:t>
            </a:r>
            <a:endParaRPr lang="en-US" sz="1400" dirty="0"/>
          </a:p>
        </p:txBody>
      </p:sp>
      <p:pic>
        <p:nvPicPr>
          <p:cNvPr id="11" name="Image 2" descr="/home/claude/ca_check_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023360"/>
            <a:ext cx="228600" cy="2286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97280" y="40233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Feche sessões sem medo, comece do doc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73152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Saiba mais em: martinfowler.com/articles/reduce-friction-ai/context-anchoring.html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Context Anchoring</dc:title>
  <dc:subject>PptxGenJS Presentation</dc:subject>
  <dc:creator>Serasa - Equipe de Crédito</dc:creator>
  <cp:lastModifiedBy>Serasa - Equipe de Crédito</cp:lastModifiedBy>
  <cp:revision>1</cp:revision>
  <dcterms:created xsi:type="dcterms:W3CDTF">2026-05-25T21:55:54Z</dcterms:created>
  <dcterms:modified xsi:type="dcterms:W3CDTF">2026-05-25T21:55:54Z</dcterms:modified>
</cp:coreProperties>
</file>